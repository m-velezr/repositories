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62" r:id="rId5"/>
    <p:sldId id="263" r:id="rId6"/>
    <p:sldId id="259" r:id="rId7"/>
    <p:sldId id="256" r:id="rId8"/>
    <p:sldId id="260" r:id="rId9"/>
    <p:sldId id="257" r:id="rId10"/>
    <p:sldId id="261" r:id="rId11"/>
    <p:sldId id="258" r:id="rId12"/>
  </p:sldIdLst>
  <p:sldSz cx="12192000" cy="6858000"/>
  <p:notesSz cx="6858000" cy="9144000"/>
  <p:defaultTextStyle>
    <a:defPPr>
      <a:defRPr lang="es-C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1CBF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B704C5A-577F-EFF9-A228-C5EFD3608A8E}" v="4" dt="2021-05-29T22:56:28.320"/>
    <p1510:client id="{A0D4B69C-D679-43E9-85EC-30ED8CD3C128}" v="22" dt="2021-05-29T22:43:23.82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66" d="100"/>
          <a:sy n="66" d="100"/>
        </p:scale>
        <p:origin x="-1114" y="25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presProps" Target="pres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theme" Target="theme/theme1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8FDBD48-1A1D-4C05-91D5-E410E99F21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EA30826C-749B-4743-9275-4E2ADC81CDC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510B01C-C50C-4751-B706-B973885008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A97E08-DE12-4070-9924-989FDB0B83E5}" type="datetimeFigureOut">
              <a:rPr lang="es-CO" smtClean="0"/>
              <a:t>4/12/2025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10E2043-2C43-4B6A-A61A-07D1436C46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34D4FC9-6E87-4342-8B95-3BD3E9C598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BC0163-E5D5-4B59-BE90-0EFBE5BCB2E7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9520100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C386A29-A73B-4DD7-A8DC-5FFF462188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54F22B8-2B54-4B87-A0FF-3B535FF4FE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55873DE7-52D0-40DB-B2DD-120E4242D6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A97E08-DE12-4070-9924-989FDB0B83E5}" type="datetimeFigureOut">
              <a:rPr lang="es-CO" smtClean="0"/>
              <a:t>4/12/2025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385064F-273A-4C0D-80AD-D74420354B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941703C-475D-4EAD-A1BB-88DBB8808F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BC0163-E5D5-4B59-BE90-0EFBE5BCB2E7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4801531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92F653F-EBF4-4599-BBF7-3FEF36D141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16EF6A32-9449-4F3B-98B6-9AC70CB999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523C54A-B6BA-4C49-B919-DE5AD2F219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A97E08-DE12-4070-9924-989FDB0B83E5}" type="datetimeFigureOut">
              <a:rPr lang="es-CO" smtClean="0"/>
              <a:t>4/12/2025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F8D256C-29D3-4933-B95D-EDE2418051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604763B-CC39-40E1-91B5-C3EC4D8376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BC0163-E5D5-4B59-BE90-0EFBE5BCB2E7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5196513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3DE5A10-C349-49D6-88A7-1D99E2888D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389F950-EFD4-4086-9135-981FEC73FE9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5F60F5E7-59CB-4B0B-ABD0-ED176FF8C7B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4C0F7DB5-3C2F-4FB2-A050-CD0D4A353B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A97E08-DE12-4070-9924-989FDB0B83E5}" type="datetimeFigureOut">
              <a:rPr lang="es-CO" smtClean="0"/>
              <a:t>4/12/2025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CD013391-91AA-4CF6-B85C-2E4EAD35F5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BE55ED30-C107-46D6-9AD4-8EC347E241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BC0163-E5D5-4B59-BE90-0EFBE5BCB2E7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9147650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3C75933-AFD1-477D-8EED-53C62829D2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930EA953-2684-4265-B47D-843B5578E8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61A2AD19-3A63-405D-B071-24D0231FC3E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ECF18EF7-2F19-4752-B708-E56F7FB3BC7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68A7CF84-B4E9-4077-8631-EA83E5808FC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05E9606E-7075-4310-BE84-22DE0BDA97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A97E08-DE12-4070-9924-989FDB0B83E5}" type="datetimeFigureOut">
              <a:rPr lang="es-CO" smtClean="0"/>
              <a:t>4/12/2025</a:t>
            </a:fld>
            <a:endParaRPr lang="es-CO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DACAAC99-B9B2-4CA4-AF88-814AB79F47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83CF08CC-41A9-478F-B754-7C3139C0C6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BC0163-E5D5-4B59-BE90-0EFBE5BCB2E7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1491203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47ACF53-476F-4366-ACD5-B6C5BF6683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5A5B66F1-8CC2-41AF-9E52-314D7DAE4C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A97E08-DE12-4070-9924-989FDB0B83E5}" type="datetimeFigureOut">
              <a:rPr lang="es-CO" smtClean="0"/>
              <a:t>4/12/2025</a:t>
            </a:fld>
            <a:endParaRPr lang="es-CO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25761B79-2F72-4BBA-A3CF-BA3E317913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7A688DBD-BB5B-440D-9DF0-5EA5393C5F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BC0163-E5D5-4B59-BE90-0EFBE5BCB2E7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30076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35C8E725-0518-45D3-88FB-06A7605BFE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A97E08-DE12-4070-9924-989FDB0B83E5}" type="datetimeFigureOut">
              <a:rPr lang="es-CO" smtClean="0"/>
              <a:t>4/12/2025</a:t>
            </a:fld>
            <a:endParaRPr lang="es-CO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1FCD66C3-D737-4A6A-A229-550B719C61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A438C8A9-2F5A-4544-AE6B-F6CDA8C5DB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BC0163-E5D5-4B59-BE90-0EFBE5BCB2E7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3010021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6AF0200-FD12-497F-9BF9-AD9A6C3B9A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5B1687C-87D2-43A9-B518-713B25C700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457E7A9B-7F5B-463C-9E8F-08B98488477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02899400-14CC-43D9-8316-0902A7DD12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A97E08-DE12-4070-9924-989FDB0B83E5}" type="datetimeFigureOut">
              <a:rPr lang="es-CO" smtClean="0"/>
              <a:t>4/12/2025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56DC0AF0-091D-49DC-B338-9CD59AE33D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CBE674AA-920E-4CD4-AE5D-285401B8F9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BC0163-E5D5-4B59-BE90-0EFBE5BCB2E7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7104040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6FA9388-5EE5-4074-AEAB-6596E13D69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286F998E-8AD4-4689-9146-D89B72B4CC1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BA9404B2-5588-44A0-BC15-98A4D106E24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7A209CA9-DF08-42BC-AF02-ACEBBD85FE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A97E08-DE12-4070-9924-989FDB0B83E5}" type="datetimeFigureOut">
              <a:rPr lang="es-CO" smtClean="0"/>
              <a:t>4/12/2025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7FD3CB88-FD32-407B-AE9B-5A770875B3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999C9D68-5B35-4215-A86D-C060EE8823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BC0163-E5D5-4B59-BE90-0EFBE5BCB2E7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5260163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9F645A7-54A0-4119-9D17-6B37D53DD3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B8145603-E61A-48C5-97F6-FB33D01C256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0A1C576-3BA4-4E50-B1FF-8739701AB8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A97E08-DE12-4070-9924-989FDB0B83E5}" type="datetimeFigureOut">
              <a:rPr lang="es-CO" smtClean="0"/>
              <a:t>4/12/2025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4C76007-A045-4A17-8CC6-DC63138297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C6FCA0A-3A18-4B0B-BEC5-0E5C51B409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BC0163-E5D5-4B59-BE90-0EFBE5BCB2E7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3505594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0D46A0AB-9EC7-45ED-A771-28F5959A105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97FBAAAB-72E3-442C-A587-BA915F5B7F9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62CF312-B75B-406B-BDA6-E75FC1CFEE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A97E08-DE12-4070-9924-989FDB0B83E5}" type="datetimeFigureOut">
              <a:rPr lang="es-CO" smtClean="0"/>
              <a:t>4/12/2025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5D56446-CEC2-4347-BF29-2FBA863AA5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3CC357E-0CEA-427C-87AF-8717530943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BC0163-E5D5-4B59-BE90-0EFBE5BCB2E7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6473025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817FA0D2-6B49-4F6F-9659-2CB6D8539D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ACA88ACC-462C-4006-8AB4-E21381AD978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A4C8509-FCA2-4FEE-B257-7D9558364E3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6A97E08-DE12-4070-9924-989FDB0B83E5}" type="datetimeFigureOut">
              <a:rPr lang="es-CO" smtClean="0"/>
              <a:t>4/12/2025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E93A6AF-934F-4737-A5D0-1519C324660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25B729C-7602-47CD-825E-64B5FEF2255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5BC0163-E5D5-4B59-BE90-0EFBE5BCB2E7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1884261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3">
            <a:extLst>
              <a:ext uri="{FF2B5EF4-FFF2-40B4-BE49-F238E27FC236}">
                <a16:creationId xmlns:a16="http://schemas.microsoft.com/office/drawing/2014/main" id="{9DAB168A-44DE-8909-33DE-DA96F7AACA79}"/>
              </a:ext>
            </a:extLst>
          </p:cNvPr>
          <p:cNvSpPr txBox="1">
            <a:spLocks/>
          </p:cNvSpPr>
          <p:nvPr/>
        </p:nvSpPr>
        <p:spPr>
          <a:xfrm>
            <a:off x="838200" y="2766218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s-CO" dirty="0"/>
              <a:t>ARQUETIPO</a:t>
            </a:r>
          </a:p>
        </p:txBody>
      </p:sp>
    </p:spTree>
    <p:extLst>
      <p:ext uri="{BB962C8B-B14F-4D97-AF65-F5344CB8AC3E}">
        <p14:creationId xmlns:p14="http://schemas.microsoft.com/office/powerpoint/2010/main" val="252137935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1A894C-C6B0-B079-9635-61B82911C0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>
            <a:extLst>
              <a:ext uri="{FF2B5EF4-FFF2-40B4-BE49-F238E27FC236}">
                <a16:creationId xmlns:a16="http://schemas.microsoft.com/office/drawing/2014/main" id="{B60DCDA6-B225-FCCA-8DB3-A313EBD321E4}"/>
              </a:ext>
            </a:extLst>
          </p:cNvPr>
          <p:cNvSpPr/>
          <p:nvPr/>
        </p:nvSpPr>
        <p:spPr>
          <a:xfrm>
            <a:off x="5977217" y="3244334"/>
            <a:ext cx="23756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CO"/>
              <a:t> 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94C41E13-7A95-3DDB-3B31-12D0761DDEF9}"/>
              </a:ext>
            </a:extLst>
          </p:cNvPr>
          <p:cNvSpPr/>
          <p:nvPr/>
        </p:nvSpPr>
        <p:spPr>
          <a:xfrm>
            <a:off x="5977217" y="3244334"/>
            <a:ext cx="23756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CO"/>
              <a:t> 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45FECF0E-1056-7D64-0AAD-AE7FD6D91A91}"/>
              </a:ext>
            </a:extLst>
          </p:cNvPr>
          <p:cNvSpPr/>
          <p:nvPr/>
        </p:nvSpPr>
        <p:spPr>
          <a:xfrm>
            <a:off x="5977217" y="3244334"/>
            <a:ext cx="23756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CO"/>
              <a:t> </a:t>
            </a:r>
          </a:p>
        </p:txBody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CEB6C1C4-A405-F449-B0BB-6282C3CBD7A9}"/>
              </a:ext>
            </a:extLst>
          </p:cNvPr>
          <p:cNvSpPr/>
          <p:nvPr/>
        </p:nvSpPr>
        <p:spPr>
          <a:xfrm>
            <a:off x="2047617" y="1644497"/>
            <a:ext cx="8346677" cy="4583136"/>
          </a:xfrm>
          <a:prstGeom prst="rect">
            <a:avLst/>
          </a:prstGeom>
          <a:solidFill>
            <a:srgbClr val="D1CBF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s-CO" dirty="0">
                <a:solidFill>
                  <a:schemeClr val="tx1"/>
                </a:solidFill>
              </a:rPr>
              <a:t>Empresa interesada en ganar clientes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CO" dirty="0">
                <a:solidFill>
                  <a:schemeClr val="tx1"/>
                </a:solidFill>
              </a:rPr>
              <a:t>Empresa interesada en brindar la mayor cantidad de ofertas posibles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CO" dirty="0">
                <a:solidFill>
                  <a:schemeClr val="tx1"/>
                </a:solidFill>
              </a:rPr>
              <a:t>Empresa interesada en generar seguridad y satisfacción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CO" dirty="0">
                <a:solidFill>
                  <a:schemeClr val="tx1"/>
                </a:solidFill>
              </a:rPr>
              <a:t>Empresa interesada en facilitar los trámites entre el arrendador y el arrendatario</a:t>
            </a:r>
          </a:p>
          <a:p>
            <a:pPr algn="ctr"/>
            <a:endParaRPr lang="es-CO" dirty="0">
              <a:solidFill>
                <a:schemeClr val="tx1"/>
              </a:solidFill>
            </a:endParaRP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7D8F8D7B-68D6-9EC6-772A-9CE692A0D693}"/>
              </a:ext>
            </a:extLst>
          </p:cNvPr>
          <p:cNvSpPr/>
          <p:nvPr/>
        </p:nvSpPr>
        <p:spPr>
          <a:xfrm>
            <a:off x="2041444" y="630367"/>
            <a:ext cx="3786795" cy="777328"/>
          </a:xfrm>
          <a:prstGeom prst="rect">
            <a:avLst/>
          </a:prstGeom>
          <a:solidFill>
            <a:srgbClr val="D1CBF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>
                <a:solidFill>
                  <a:schemeClr val="tx1"/>
                </a:solidFill>
              </a:rPr>
              <a:t>Airbnb</a:t>
            </a:r>
          </a:p>
        </p:txBody>
      </p:sp>
    </p:spTree>
    <p:extLst>
      <p:ext uri="{BB962C8B-B14F-4D97-AF65-F5344CB8AC3E}">
        <p14:creationId xmlns:p14="http://schemas.microsoft.com/office/powerpoint/2010/main" val="11432702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72A55B09-B9C9-4F85-BC35-48F1942094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/>
          <a:lstStyle/>
          <a:p>
            <a:pPr algn="ctr"/>
            <a:r>
              <a:rPr lang="es-CO" dirty="0"/>
              <a:t>MAPA DE EMPATIA</a:t>
            </a:r>
          </a:p>
        </p:txBody>
      </p:sp>
    </p:spTree>
    <p:extLst>
      <p:ext uri="{BB962C8B-B14F-4D97-AF65-F5344CB8AC3E}">
        <p14:creationId xmlns:p14="http://schemas.microsoft.com/office/powerpoint/2010/main" val="37437777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>
            <a:extLst>
              <a:ext uri="{FF2B5EF4-FFF2-40B4-BE49-F238E27FC236}">
                <a16:creationId xmlns:a16="http://schemas.microsoft.com/office/drawing/2014/main" id="{CDD80C9B-B9D9-4B29-8890-A2B4F23E7C0C}"/>
              </a:ext>
            </a:extLst>
          </p:cNvPr>
          <p:cNvSpPr/>
          <p:nvPr/>
        </p:nvSpPr>
        <p:spPr>
          <a:xfrm>
            <a:off x="5977217" y="3244334"/>
            <a:ext cx="23756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CO"/>
              <a:t> 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38F9AE74-99FB-48ED-AF81-00F9E74AB8F4}"/>
              </a:ext>
            </a:extLst>
          </p:cNvPr>
          <p:cNvSpPr/>
          <p:nvPr/>
        </p:nvSpPr>
        <p:spPr>
          <a:xfrm>
            <a:off x="5977217" y="3244334"/>
            <a:ext cx="23756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CO"/>
              <a:t> 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2B665328-37C4-49A6-A7FC-BA3CECC28424}"/>
              </a:ext>
            </a:extLst>
          </p:cNvPr>
          <p:cNvSpPr/>
          <p:nvPr/>
        </p:nvSpPr>
        <p:spPr>
          <a:xfrm>
            <a:off x="5977217" y="3244334"/>
            <a:ext cx="23756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CO"/>
              <a:t> </a:t>
            </a: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3AE51B71-DD18-46BE-899F-6D5470F9AB46}"/>
              </a:ext>
            </a:extLst>
          </p:cNvPr>
          <p:cNvSpPr/>
          <p:nvPr/>
        </p:nvSpPr>
        <p:spPr>
          <a:xfrm>
            <a:off x="2048609" y="492343"/>
            <a:ext cx="3701563" cy="2857528"/>
          </a:xfrm>
          <a:prstGeom prst="rect">
            <a:avLst/>
          </a:prstGeom>
          <a:solidFill>
            <a:srgbClr val="D1CBF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>
                <a:solidFill>
                  <a:schemeClr val="tx1"/>
                </a:solidFill>
              </a:rPr>
              <a:t>¿Cómo puedo facilitar el proceso, conectar a dos personas interesada en arrendar y ser arrendataria, mientras brindo seguridad ?</a:t>
            </a: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9D455A28-5443-4F7D-B19C-79DD3974B4B4}"/>
              </a:ext>
            </a:extLst>
          </p:cNvPr>
          <p:cNvSpPr/>
          <p:nvPr/>
        </p:nvSpPr>
        <p:spPr>
          <a:xfrm>
            <a:off x="2048607" y="3686937"/>
            <a:ext cx="3701563" cy="2857528"/>
          </a:xfrm>
          <a:prstGeom prst="rect">
            <a:avLst/>
          </a:prstGeom>
          <a:solidFill>
            <a:srgbClr val="D1CBF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>
                <a:solidFill>
                  <a:schemeClr val="tx1"/>
                </a:solidFill>
              </a:rPr>
              <a:t>Afán de lograr el match perfecto para quiénes buscan estadía y quienes la ofrecen antes que otras plataformas</a:t>
            </a:r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57B4E797-50B3-4D39-BAF7-E4F15238A19F}"/>
              </a:ext>
            </a:extLst>
          </p:cNvPr>
          <p:cNvSpPr/>
          <p:nvPr/>
        </p:nvSpPr>
        <p:spPr>
          <a:xfrm>
            <a:off x="6107727" y="3686937"/>
            <a:ext cx="3701559" cy="2857528"/>
          </a:xfrm>
          <a:prstGeom prst="rect">
            <a:avLst/>
          </a:prstGeom>
          <a:solidFill>
            <a:srgbClr val="D1CBF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>
                <a:solidFill>
                  <a:schemeClr val="tx1"/>
                </a:solidFill>
              </a:rPr>
              <a:t>Desarrolla un algoritmo eficiente que base su motor de búsqueda en palabras clave que digite el interesado en arrendar y que arrojé resultados de lugares para arrendar acordes al perfil del interesado</a:t>
            </a:r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EFE689E9-F9C2-4A4F-A3CD-667F18525AB4}"/>
              </a:ext>
            </a:extLst>
          </p:cNvPr>
          <p:cNvSpPr/>
          <p:nvPr/>
        </p:nvSpPr>
        <p:spPr>
          <a:xfrm>
            <a:off x="6107723" y="492343"/>
            <a:ext cx="3701563" cy="2857528"/>
          </a:xfrm>
          <a:prstGeom prst="rect">
            <a:avLst/>
          </a:prstGeom>
          <a:solidFill>
            <a:srgbClr val="D1CBF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>
                <a:solidFill>
                  <a:schemeClr val="tx1"/>
                </a:solidFill>
              </a:rPr>
              <a:t>Quisiera poder generar un algoritmo que me permita conectar a un arrendador y arrendatario, según precios de alquiler, ubicación y gustos </a:t>
            </a: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BFF308EB-728F-4A06-A3B9-C71BA8E0CB78}"/>
              </a:ext>
            </a:extLst>
          </p:cNvPr>
          <p:cNvSpPr txBox="1"/>
          <p:nvPr/>
        </p:nvSpPr>
        <p:spPr>
          <a:xfrm>
            <a:off x="2224454" y="685800"/>
            <a:ext cx="14771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/>
              <a:t>¿Qué piensa?</a:t>
            </a: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D7C2CDE4-D2AD-4B5F-A956-610F1EB8795C}"/>
              </a:ext>
            </a:extLst>
          </p:cNvPr>
          <p:cNvSpPr txBox="1"/>
          <p:nvPr/>
        </p:nvSpPr>
        <p:spPr>
          <a:xfrm>
            <a:off x="8377597" y="3867042"/>
            <a:ext cx="14097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/>
              <a:t>¿Qué hace?</a:t>
            </a:r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A65EA915-D352-4D12-8CA7-DEBE6673E2F4}"/>
              </a:ext>
            </a:extLst>
          </p:cNvPr>
          <p:cNvSpPr txBox="1"/>
          <p:nvPr/>
        </p:nvSpPr>
        <p:spPr>
          <a:xfrm>
            <a:off x="2224454" y="3867042"/>
            <a:ext cx="14771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/>
              <a:t>¿Qué siente?</a:t>
            </a:r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0569E89C-FDDA-473E-BBD0-9DCD7DFD1022}"/>
              </a:ext>
            </a:extLst>
          </p:cNvPr>
          <p:cNvSpPr txBox="1"/>
          <p:nvPr/>
        </p:nvSpPr>
        <p:spPr>
          <a:xfrm>
            <a:off x="8343894" y="685800"/>
            <a:ext cx="14771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/>
              <a:t>¿Qué dice?</a:t>
            </a:r>
          </a:p>
        </p:txBody>
      </p:sp>
    </p:spTree>
    <p:extLst>
      <p:ext uri="{BB962C8B-B14F-4D97-AF65-F5344CB8AC3E}">
        <p14:creationId xmlns:p14="http://schemas.microsoft.com/office/powerpoint/2010/main" val="19559305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72A55B09-B9C9-4F85-BC35-48F1942094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/>
          <a:lstStyle/>
          <a:p>
            <a:pPr algn="ctr"/>
            <a:r>
              <a:rPr lang="es-CO"/>
              <a:t>DOLORES E IDEAS</a:t>
            </a:r>
          </a:p>
        </p:txBody>
      </p:sp>
    </p:spTree>
    <p:extLst>
      <p:ext uri="{BB962C8B-B14F-4D97-AF65-F5344CB8AC3E}">
        <p14:creationId xmlns:p14="http://schemas.microsoft.com/office/powerpoint/2010/main" val="199065376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ángulo 17">
            <a:extLst>
              <a:ext uri="{FF2B5EF4-FFF2-40B4-BE49-F238E27FC236}">
                <a16:creationId xmlns:a16="http://schemas.microsoft.com/office/drawing/2014/main" id="{F276395B-2B4D-4961-98CF-1338000FE81A}"/>
              </a:ext>
            </a:extLst>
          </p:cNvPr>
          <p:cNvSpPr/>
          <p:nvPr/>
        </p:nvSpPr>
        <p:spPr>
          <a:xfrm>
            <a:off x="6119439" y="492343"/>
            <a:ext cx="3701563" cy="6052122"/>
          </a:xfrm>
          <a:prstGeom prst="rect">
            <a:avLst/>
          </a:prstGeom>
          <a:solidFill>
            <a:srgbClr val="D1CBF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s-CO" dirty="0">
                <a:solidFill>
                  <a:schemeClr val="tx1"/>
                </a:solidFill>
              </a:rPr>
              <a:t>Proponer un algoritmo sencillo pero eficaz, que no represente demora en realizarse y en ejecutarse, esto se traduce en bajos costos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CO" dirty="0">
                <a:solidFill>
                  <a:schemeClr val="tx1"/>
                </a:solidFill>
              </a:rPr>
              <a:t>Encontrar la forma de no afectar la actividad normal de la página mientras se realizan los cambios</a:t>
            </a:r>
          </a:p>
          <a:p>
            <a:endParaRPr lang="es-CO" dirty="0">
              <a:solidFill>
                <a:schemeClr val="tx1"/>
              </a:solidFill>
            </a:endParaRP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CDD80C9B-B9D9-4B29-8890-A2B4F23E7C0C}"/>
              </a:ext>
            </a:extLst>
          </p:cNvPr>
          <p:cNvSpPr/>
          <p:nvPr/>
        </p:nvSpPr>
        <p:spPr>
          <a:xfrm>
            <a:off x="5977217" y="3244334"/>
            <a:ext cx="23756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CO"/>
              <a:t> 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38F9AE74-99FB-48ED-AF81-00F9E74AB8F4}"/>
              </a:ext>
            </a:extLst>
          </p:cNvPr>
          <p:cNvSpPr/>
          <p:nvPr/>
        </p:nvSpPr>
        <p:spPr>
          <a:xfrm>
            <a:off x="5977217" y="3244334"/>
            <a:ext cx="23756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CO"/>
              <a:t> 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2B665328-37C4-49A6-A7FC-BA3CECC28424}"/>
              </a:ext>
            </a:extLst>
          </p:cNvPr>
          <p:cNvSpPr/>
          <p:nvPr/>
        </p:nvSpPr>
        <p:spPr>
          <a:xfrm>
            <a:off x="5977217" y="3244334"/>
            <a:ext cx="23756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CO"/>
              <a:t> </a:t>
            </a:r>
          </a:p>
        </p:txBody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147BA7D1-DD68-44B3-9F2B-BB67BED374E8}"/>
              </a:ext>
            </a:extLst>
          </p:cNvPr>
          <p:cNvSpPr/>
          <p:nvPr/>
        </p:nvSpPr>
        <p:spPr>
          <a:xfrm>
            <a:off x="2048607" y="492343"/>
            <a:ext cx="3701563" cy="6052122"/>
          </a:xfrm>
          <a:prstGeom prst="rect">
            <a:avLst/>
          </a:prstGeom>
          <a:solidFill>
            <a:srgbClr val="D1CBF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s-CO" dirty="0">
                <a:solidFill>
                  <a:schemeClr val="tx1"/>
                </a:solidFill>
              </a:rPr>
              <a:t>No se sabe si va a ser demorado y/o muy costoso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CO" dirty="0">
                <a:solidFill>
                  <a:schemeClr val="tx1"/>
                </a:solidFill>
              </a:rPr>
              <a:t>Se tiene miedo de que la página deba estar cerrada por un tiempo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CO" dirty="0">
                <a:solidFill>
                  <a:schemeClr val="tx1"/>
                </a:solidFill>
              </a:rPr>
              <a:t>Miedo de perder clientes y confiabilidad si el algoritmo o la página fallan</a:t>
            </a:r>
          </a:p>
        </p:txBody>
      </p:sp>
      <p:sp>
        <p:nvSpPr>
          <p:cNvPr id="19" name="CuadroTexto 18">
            <a:extLst>
              <a:ext uri="{FF2B5EF4-FFF2-40B4-BE49-F238E27FC236}">
                <a16:creationId xmlns:a16="http://schemas.microsoft.com/office/drawing/2014/main" id="{B5B4EA5E-6AD2-496A-8AB0-1F49D940FC7E}"/>
              </a:ext>
            </a:extLst>
          </p:cNvPr>
          <p:cNvSpPr txBox="1"/>
          <p:nvPr/>
        </p:nvSpPr>
        <p:spPr>
          <a:xfrm>
            <a:off x="3160834" y="685800"/>
            <a:ext cx="14771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/>
              <a:t>Dolores</a:t>
            </a:r>
          </a:p>
        </p:txBody>
      </p:sp>
      <p:sp>
        <p:nvSpPr>
          <p:cNvPr id="20" name="CuadroTexto 19">
            <a:extLst>
              <a:ext uri="{FF2B5EF4-FFF2-40B4-BE49-F238E27FC236}">
                <a16:creationId xmlns:a16="http://schemas.microsoft.com/office/drawing/2014/main" id="{BE321267-E1A2-49A9-9BA1-B5B5394A94EF}"/>
              </a:ext>
            </a:extLst>
          </p:cNvPr>
          <p:cNvSpPr txBox="1"/>
          <p:nvPr/>
        </p:nvSpPr>
        <p:spPr>
          <a:xfrm>
            <a:off x="7231666" y="685800"/>
            <a:ext cx="14771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/>
              <a:t>Ideas</a:t>
            </a:r>
          </a:p>
        </p:txBody>
      </p:sp>
    </p:spTree>
    <p:extLst>
      <p:ext uri="{BB962C8B-B14F-4D97-AF65-F5344CB8AC3E}">
        <p14:creationId xmlns:p14="http://schemas.microsoft.com/office/powerpoint/2010/main" val="296002216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72A55B09-B9C9-4F85-BC35-48F1942094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/>
          <a:lstStyle/>
          <a:p>
            <a:pPr algn="ctr"/>
            <a:r>
              <a:rPr lang="es-CO"/>
              <a:t>PROTOTIPO </a:t>
            </a:r>
            <a:r>
              <a:rPr lang="en-US"/>
              <a:t>/</a:t>
            </a:r>
            <a:r>
              <a:rPr lang="es-CO"/>
              <a:t> STORY BOARD</a:t>
            </a:r>
          </a:p>
        </p:txBody>
      </p:sp>
    </p:spTree>
    <p:extLst>
      <p:ext uri="{BB962C8B-B14F-4D97-AF65-F5344CB8AC3E}">
        <p14:creationId xmlns:p14="http://schemas.microsoft.com/office/powerpoint/2010/main" val="424832913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a 3">
            <a:extLst>
              <a:ext uri="{FF2B5EF4-FFF2-40B4-BE49-F238E27FC236}">
                <a16:creationId xmlns:a16="http://schemas.microsoft.com/office/drawing/2014/main" id="{A9541116-A4C1-4807-86C1-3CBF6DD5FD7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87422879"/>
              </p:ext>
            </p:extLst>
          </p:nvPr>
        </p:nvGraphicFramePr>
        <p:xfrm>
          <a:off x="493712" y="1862931"/>
          <a:ext cx="11204575" cy="3931890"/>
        </p:xfrm>
        <a:graphic>
          <a:graphicData uri="http://schemas.openxmlformats.org/drawingml/2006/table">
            <a:tbl>
              <a:tblPr/>
              <a:tblGrid>
                <a:gridCol w="1866900">
                  <a:extLst>
                    <a:ext uri="{9D8B030D-6E8A-4147-A177-3AD203B41FA5}">
                      <a16:colId xmlns:a16="http://schemas.microsoft.com/office/drawing/2014/main" val="2302644199"/>
                    </a:ext>
                  </a:extLst>
                </a:gridCol>
                <a:gridCol w="1868487">
                  <a:extLst>
                    <a:ext uri="{9D8B030D-6E8A-4147-A177-3AD203B41FA5}">
                      <a16:colId xmlns:a16="http://schemas.microsoft.com/office/drawing/2014/main" val="2245125770"/>
                    </a:ext>
                  </a:extLst>
                </a:gridCol>
                <a:gridCol w="1866900">
                  <a:extLst>
                    <a:ext uri="{9D8B030D-6E8A-4147-A177-3AD203B41FA5}">
                      <a16:colId xmlns:a16="http://schemas.microsoft.com/office/drawing/2014/main" val="2875611055"/>
                    </a:ext>
                  </a:extLst>
                </a:gridCol>
                <a:gridCol w="1866900">
                  <a:extLst>
                    <a:ext uri="{9D8B030D-6E8A-4147-A177-3AD203B41FA5}">
                      <a16:colId xmlns:a16="http://schemas.microsoft.com/office/drawing/2014/main" val="73027698"/>
                    </a:ext>
                  </a:extLst>
                </a:gridCol>
                <a:gridCol w="1868488">
                  <a:extLst>
                    <a:ext uri="{9D8B030D-6E8A-4147-A177-3AD203B41FA5}">
                      <a16:colId xmlns:a16="http://schemas.microsoft.com/office/drawing/2014/main" val="2075748872"/>
                    </a:ext>
                  </a:extLst>
                </a:gridCol>
                <a:gridCol w="1866900">
                  <a:extLst>
                    <a:ext uri="{9D8B030D-6E8A-4147-A177-3AD203B41FA5}">
                      <a16:colId xmlns:a16="http://schemas.microsoft.com/office/drawing/2014/main" val="1719949726"/>
                    </a:ext>
                  </a:extLst>
                </a:gridCol>
              </a:tblGrid>
              <a:tr h="3132138"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1200"/>
                        </a:spcBef>
                        <a:buClr>
                          <a:srgbClr val="9E361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Rockwell" panose="02060603020205020403" pitchFamily="18" charset="0"/>
                          <a:ea typeface="MS PGothic" panose="020B0600070205080204" pitchFamily="34" charset="-128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400"/>
                        </a:spcBef>
                        <a:spcAft>
                          <a:spcPts val="200"/>
                        </a:spcAft>
                        <a:buClr>
                          <a:srgbClr val="9E3611"/>
                        </a:buClr>
                        <a:buSzPct val="85000"/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Rockwell" panose="02060603020205020403" pitchFamily="18" charset="0"/>
                          <a:ea typeface="MS PGothic" panose="020B0600070205080204" pitchFamily="34" charset="-128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400"/>
                        </a:spcBef>
                        <a:spcAft>
                          <a:spcPts val="200"/>
                        </a:spcAft>
                        <a:buClr>
                          <a:srgbClr val="9E3611"/>
                        </a:buClr>
                        <a:buSzPct val="85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Rockwell" panose="02060603020205020403" pitchFamily="18" charset="0"/>
                          <a:ea typeface="MS PGothic" panose="020B0600070205080204" pitchFamily="34" charset="-128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400"/>
                        </a:spcBef>
                        <a:spcAft>
                          <a:spcPts val="200"/>
                        </a:spcAft>
                        <a:buClr>
                          <a:srgbClr val="9E3611"/>
                        </a:buClr>
                        <a:buSzPct val="85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Rockwell" panose="02060603020205020403" pitchFamily="18" charset="0"/>
                          <a:ea typeface="MS PGothic" panose="020B0600070205080204" pitchFamily="34" charset="-128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400"/>
                        </a:spcBef>
                        <a:spcAft>
                          <a:spcPts val="200"/>
                        </a:spcAft>
                        <a:buClr>
                          <a:srgbClr val="9E3611"/>
                        </a:buClr>
                        <a:buSzPct val="85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Rockwell" panose="02060603020205020403" pitchFamily="18" charset="0"/>
                          <a:ea typeface="MS PGothic" panose="020B0600070205080204" pitchFamily="34" charset="-128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400"/>
                        </a:spcBef>
                        <a:spcAft>
                          <a:spcPts val="200"/>
                        </a:spcAft>
                        <a:buClr>
                          <a:srgbClr val="9E3611"/>
                        </a:buClr>
                        <a:buSzPct val="85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Rockwell" panose="02060603020205020403" pitchFamily="18" charset="0"/>
                          <a:ea typeface="MS PGothic" panose="020B0600070205080204" pitchFamily="34" charset="-128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400"/>
                        </a:spcBef>
                        <a:spcAft>
                          <a:spcPts val="200"/>
                        </a:spcAft>
                        <a:buClr>
                          <a:srgbClr val="9E3611"/>
                        </a:buClr>
                        <a:buSzPct val="85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Rockwell" panose="02060603020205020403" pitchFamily="18" charset="0"/>
                          <a:ea typeface="MS PGothic" panose="020B0600070205080204" pitchFamily="34" charset="-128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400"/>
                        </a:spcBef>
                        <a:spcAft>
                          <a:spcPts val="200"/>
                        </a:spcAft>
                        <a:buClr>
                          <a:srgbClr val="9E3611"/>
                        </a:buClr>
                        <a:buSzPct val="85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Rockwell" panose="02060603020205020403" pitchFamily="18" charset="0"/>
                          <a:ea typeface="MS PGothic" panose="020B0600070205080204" pitchFamily="34" charset="-128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400"/>
                        </a:spcBef>
                        <a:spcAft>
                          <a:spcPts val="200"/>
                        </a:spcAft>
                        <a:buClr>
                          <a:srgbClr val="9E3611"/>
                        </a:buClr>
                        <a:buSzPct val="85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Rockwell" panose="02060603020205020403" pitchFamily="18" charset="0"/>
                          <a:ea typeface="MS PGothic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MX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Rockwell" panose="02060603020205020403" pitchFamily="18" charset="0"/>
                          <a:ea typeface="MS PGothic" panose="020B0600070205080204" pitchFamily="34" charset="-128"/>
                        </a:rPr>
                        <a:t>“</a:t>
                      </a:r>
                      <a:r>
                        <a:rPr kumimoji="0" lang="es-MX" altLang="es-CO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Rockwell" panose="02060603020205020403" pitchFamily="18" charset="0"/>
                          <a:ea typeface="MS PGothic" panose="020B0600070205080204" pitchFamily="34" charset="-128"/>
                        </a:rPr>
                        <a:t>Dolor </a:t>
                      </a:r>
                      <a:r>
                        <a:rPr kumimoji="0" lang="es-MX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Rockwell" panose="02060603020205020403" pitchFamily="18" charset="0"/>
                          <a:ea typeface="MS PGothic" panose="020B0600070205080204" pitchFamily="34" charset="-128"/>
                        </a:rPr>
                        <a:t>”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s-MX" altLang="es-CO" sz="18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Rockwell" panose="02060603020205020403" pitchFamily="18" charset="0"/>
                        <a:ea typeface="MS PGothic" panose="020B0600070205080204" pitchFamily="34" charset="-128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s-MX" altLang="es-CO" sz="18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Rockwell" panose="02060603020205020403" pitchFamily="18" charset="0"/>
                        <a:ea typeface="MS PGothic" panose="020B0600070205080204" pitchFamily="34" charset="-128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s-MX" altLang="es-CO" sz="18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Rockwell" panose="02060603020205020403" pitchFamily="18" charset="0"/>
                        <a:ea typeface="MS PGothic" panose="020B0600070205080204" pitchFamily="34" charset="-128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MX" altLang="es-CO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Rockwell" panose="02060603020205020403" pitchFamily="18" charset="0"/>
                          <a:ea typeface="MS PGothic" panose="020B0600070205080204" pitchFamily="34" charset="-128"/>
                        </a:rPr>
                        <a:t>Quiero soluciones rápidas que brinden seguridad y alta compatibilidad entre mis arrendadores y arrendatario</a:t>
                      </a:r>
                      <a:endParaRPr kumimoji="0" lang="es-CO" altLang="es-CO" sz="18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Rockwell" panose="02060603020205020403" pitchFamily="18" charset="0"/>
                        <a:ea typeface="MS PGothic" panose="020B0600070205080204" pitchFamily="34" charset="-128"/>
                      </a:endParaRPr>
                    </a:p>
                  </a:txBody>
                  <a:tcPr marL="91434" marR="91434" marT="45705" marB="4570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1CBF9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1200"/>
                        </a:spcBef>
                        <a:buClr>
                          <a:srgbClr val="9E361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Rockwell" panose="02060603020205020403" pitchFamily="18" charset="0"/>
                          <a:ea typeface="MS PGothic" panose="020B0600070205080204" pitchFamily="34" charset="-128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400"/>
                        </a:spcBef>
                        <a:spcAft>
                          <a:spcPts val="200"/>
                        </a:spcAft>
                        <a:buClr>
                          <a:srgbClr val="9E3611"/>
                        </a:buClr>
                        <a:buSzPct val="85000"/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Rockwell" panose="02060603020205020403" pitchFamily="18" charset="0"/>
                          <a:ea typeface="MS PGothic" panose="020B0600070205080204" pitchFamily="34" charset="-128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400"/>
                        </a:spcBef>
                        <a:spcAft>
                          <a:spcPts val="200"/>
                        </a:spcAft>
                        <a:buClr>
                          <a:srgbClr val="9E3611"/>
                        </a:buClr>
                        <a:buSzPct val="85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Rockwell" panose="02060603020205020403" pitchFamily="18" charset="0"/>
                          <a:ea typeface="MS PGothic" panose="020B0600070205080204" pitchFamily="34" charset="-128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400"/>
                        </a:spcBef>
                        <a:spcAft>
                          <a:spcPts val="200"/>
                        </a:spcAft>
                        <a:buClr>
                          <a:srgbClr val="9E3611"/>
                        </a:buClr>
                        <a:buSzPct val="85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Rockwell" panose="02060603020205020403" pitchFamily="18" charset="0"/>
                          <a:ea typeface="MS PGothic" panose="020B0600070205080204" pitchFamily="34" charset="-128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400"/>
                        </a:spcBef>
                        <a:spcAft>
                          <a:spcPts val="200"/>
                        </a:spcAft>
                        <a:buClr>
                          <a:srgbClr val="9E3611"/>
                        </a:buClr>
                        <a:buSzPct val="85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Rockwell" panose="02060603020205020403" pitchFamily="18" charset="0"/>
                          <a:ea typeface="MS PGothic" panose="020B0600070205080204" pitchFamily="34" charset="-128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400"/>
                        </a:spcBef>
                        <a:spcAft>
                          <a:spcPts val="200"/>
                        </a:spcAft>
                        <a:buClr>
                          <a:srgbClr val="9E3611"/>
                        </a:buClr>
                        <a:buSzPct val="85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Rockwell" panose="02060603020205020403" pitchFamily="18" charset="0"/>
                          <a:ea typeface="MS PGothic" panose="020B0600070205080204" pitchFamily="34" charset="-128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400"/>
                        </a:spcBef>
                        <a:spcAft>
                          <a:spcPts val="200"/>
                        </a:spcAft>
                        <a:buClr>
                          <a:srgbClr val="9E3611"/>
                        </a:buClr>
                        <a:buSzPct val="85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Rockwell" panose="02060603020205020403" pitchFamily="18" charset="0"/>
                          <a:ea typeface="MS PGothic" panose="020B0600070205080204" pitchFamily="34" charset="-128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400"/>
                        </a:spcBef>
                        <a:spcAft>
                          <a:spcPts val="200"/>
                        </a:spcAft>
                        <a:buClr>
                          <a:srgbClr val="9E3611"/>
                        </a:buClr>
                        <a:buSzPct val="85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Rockwell" panose="02060603020205020403" pitchFamily="18" charset="0"/>
                          <a:ea typeface="MS PGothic" panose="020B0600070205080204" pitchFamily="34" charset="-128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400"/>
                        </a:spcBef>
                        <a:spcAft>
                          <a:spcPts val="200"/>
                        </a:spcAft>
                        <a:buClr>
                          <a:srgbClr val="9E3611"/>
                        </a:buClr>
                        <a:buSzPct val="85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Rockwell" panose="02060603020205020403" pitchFamily="18" charset="0"/>
                          <a:ea typeface="MS PGothic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MX" altLang="es-CO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Rockwell" panose="02060603020205020403" pitchFamily="18" charset="0"/>
                          <a:ea typeface="MS PGothic" panose="020B0600070205080204" pitchFamily="34" charset="-128"/>
                        </a:rPr>
                        <a:t>Paso  1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s-MX" altLang="es-CO" sz="18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Rockwell" panose="02060603020205020403" pitchFamily="18" charset="0"/>
                        <a:ea typeface="MS PGothic" panose="020B0600070205080204" pitchFamily="34" charset="-128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s-MX" altLang="es-CO" sz="18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Rockwell" panose="02060603020205020403" pitchFamily="18" charset="0"/>
                        <a:ea typeface="MS PGothic" panose="020B0600070205080204" pitchFamily="34" charset="-128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s-MX" altLang="es-CO" sz="18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Rockwell" panose="02060603020205020403" pitchFamily="18" charset="0"/>
                        <a:ea typeface="MS PGothic" panose="020B0600070205080204" pitchFamily="34" charset="-128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CO" altLang="es-CO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Rockwell" panose="02060603020205020403" pitchFamily="18" charset="0"/>
                          <a:ea typeface="MS PGothic" panose="020B0600070205080204" pitchFamily="34" charset="-128"/>
                        </a:rPr>
                        <a:t>Mejoraré mi página para lograr mayor eficiencia en búsqueda y match manteniendo la simplicidad y confiabilidad de la página</a:t>
                      </a:r>
                    </a:p>
                  </a:txBody>
                  <a:tcPr marL="91434" marR="91434" marT="45705" marB="4570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1CBF9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1200"/>
                        </a:spcBef>
                        <a:buClr>
                          <a:srgbClr val="9E361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Rockwell" panose="02060603020205020403" pitchFamily="18" charset="0"/>
                          <a:ea typeface="MS PGothic" panose="020B0600070205080204" pitchFamily="34" charset="-128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400"/>
                        </a:spcBef>
                        <a:spcAft>
                          <a:spcPts val="200"/>
                        </a:spcAft>
                        <a:buClr>
                          <a:srgbClr val="9E3611"/>
                        </a:buClr>
                        <a:buSzPct val="85000"/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Rockwell" panose="02060603020205020403" pitchFamily="18" charset="0"/>
                          <a:ea typeface="MS PGothic" panose="020B0600070205080204" pitchFamily="34" charset="-128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400"/>
                        </a:spcBef>
                        <a:spcAft>
                          <a:spcPts val="200"/>
                        </a:spcAft>
                        <a:buClr>
                          <a:srgbClr val="9E3611"/>
                        </a:buClr>
                        <a:buSzPct val="85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Rockwell" panose="02060603020205020403" pitchFamily="18" charset="0"/>
                          <a:ea typeface="MS PGothic" panose="020B0600070205080204" pitchFamily="34" charset="-128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400"/>
                        </a:spcBef>
                        <a:spcAft>
                          <a:spcPts val="200"/>
                        </a:spcAft>
                        <a:buClr>
                          <a:srgbClr val="9E3611"/>
                        </a:buClr>
                        <a:buSzPct val="85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Rockwell" panose="02060603020205020403" pitchFamily="18" charset="0"/>
                          <a:ea typeface="MS PGothic" panose="020B0600070205080204" pitchFamily="34" charset="-128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400"/>
                        </a:spcBef>
                        <a:spcAft>
                          <a:spcPts val="200"/>
                        </a:spcAft>
                        <a:buClr>
                          <a:srgbClr val="9E3611"/>
                        </a:buClr>
                        <a:buSzPct val="85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Rockwell" panose="02060603020205020403" pitchFamily="18" charset="0"/>
                          <a:ea typeface="MS PGothic" panose="020B0600070205080204" pitchFamily="34" charset="-128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400"/>
                        </a:spcBef>
                        <a:spcAft>
                          <a:spcPts val="200"/>
                        </a:spcAft>
                        <a:buClr>
                          <a:srgbClr val="9E3611"/>
                        </a:buClr>
                        <a:buSzPct val="85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Rockwell" panose="02060603020205020403" pitchFamily="18" charset="0"/>
                          <a:ea typeface="MS PGothic" panose="020B0600070205080204" pitchFamily="34" charset="-128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400"/>
                        </a:spcBef>
                        <a:spcAft>
                          <a:spcPts val="200"/>
                        </a:spcAft>
                        <a:buClr>
                          <a:srgbClr val="9E3611"/>
                        </a:buClr>
                        <a:buSzPct val="85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Rockwell" panose="02060603020205020403" pitchFamily="18" charset="0"/>
                          <a:ea typeface="MS PGothic" panose="020B0600070205080204" pitchFamily="34" charset="-128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400"/>
                        </a:spcBef>
                        <a:spcAft>
                          <a:spcPts val="200"/>
                        </a:spcAft>
                        <a:buClr>
                          <a:srgbClr val="9E3611"/>
                        </a:buClr>
                        <a:buSzPct val="85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Rockwell" panose="02060603020205020403" pitchFamily="18" charset="0"/>
                          <a:ea typeface="MS PGothic" panose="020B0600070205080204" pitchFamily="34" charset="-128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400"/>
                        </a:spcBef>
                        <a:spcAft>
                          <a:spcPts val="200"/>
                        </a:spcAft>
                        <a:buClr>
                          <a:srgbClr val="9E3611"/>
                        </a:buClr>
                        <a:buSzPct val="85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Rockwell" panose="02060603020205020403" pitchFamily="18" charset="0"/>
                          <a:ea typeface="MS PGothic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MX" altLang="es-CO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Rockwell" panose="02060603020205020403" pitchFamily="18" charset="0"/>
                          <a:ea typeface="MS PGothic" panose="020B0600070205080204" pitchFamily="34" charset="-128"/>
                        </a:rPr>
                        <a:t>Paso  2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s-MX" altLang="es-CO" sz="18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Rockwell" panose="02060603020205020403" pitchFamily="18" charset="0"/>
                        <a:ea typeface="MS PGothic" panose="020B0600070205080204" pitchFamily="34" charset="-128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s-MX" altLang="es-CO" sz="18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Rockwell" panose="02060603020205020403" pitchFamily="18" charset="0"/>
                        <a:ea typeface="MS PGothic" panose="020B0600070205080204" pitchFamily="34" charset="-128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s-MX" altLang="es-CO" sz="18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Rockwell" panose="02060603020205020403" pitchFamily="18" charset="0"/>
                        <a:ea typeface="MS PGothic" panose="020B0600070205080204" pitchFamily="34" charset="-128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MX" altLang="es-CO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Rockwell" panose="02060603020205020403" pitchFamily="18" charset="0"/>
                          <a:ea typeface="MS PGothic" panose="020B0600070205080204" pitchFamily="34" charset="-128"/>
                        </a:rPr>
                        <a:t>Comentar el Dolor y las Ideas con el equipo de expertos que desarrollaron la página</a:t>
                      </a:r>
                      <a:endParaRPr kumimoji="0" lang="es-CO" altLang="es-CO" sz="18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Rockwell" panose="02060603020205020403" pitchFamily="18" charset="0"/>
                        <a:ea typeface="MS PGothic" panose="020B0600070205080204" pitchFamily="34" charset="-128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s-CO" altLang="es-CO" sz="18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Rockwell" panose="02060603020205020403" pitchFamily="18" charset="0"/>
                        <a:ea typeface="MS PGothic" panose="020B0600070205080204" pitchFamily="34" charset="-128"/>
                      </a:endParaRPr>
                    </a:p>
                  </a:txBody>
                  <a:tcPr marL="91434" marR="91434" marT="45705" marB="4570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1CBF9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1200"/>
                        </a:spcBef>
                        <a:buClr>
                          <a:srgbClr val="9E361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Rockwell" panose="02060603020205020403" pitchFamily="18" charset="0"/>
                          <a:ea typeface="MS PGothic" panose="020B0600070205080204" pitchFamily="34" charset="-128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400"/>
                        </a:spcBef>
                        <a:spcAft>
                          <a:spcPts val="200"/>
                        </a:spcAft>
                        <a:buClr>
                          <a:srgbClr val="9E3611"/>
                        </a:buClr>
                        <a:buSzPct val="85000"/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Rockwell" panose="02060603020205020403" pitchFamily="18" charset="0"/>
                          <a:ea typeface="MS PGothic" panose="020B0600070205080204" pitchFamily="34" charset="-128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400"/>
                        </a:spcBef>
                        <a:spcAft>
                          <a:spcPts val="200"/>
                        </a:spcAft>
                        <a:buClr>
                          <a:srgbClr val="9E3611"/>
                        </a:buClr>
                        <a:buSzPct val="85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Rockwell" panose="02060603020205020403" pitchFamily="18" charset="0"/>
                          <a:ea typeface="MS PGothic" panose="020B0600070205080204" pitchFamily="34" charset="-128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400"/>
                        </a:spcBef>
                        <a:spcAft>
                          <a:spcPts val="200"/>
                        </a:spcAft>
                        <a:buClr>
                          <a:srgbClr val="9E3611"/>
                        </a:buClr>
                        <a:buSzPct val="85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Rockwell" panose="02060603020205020403" pitchFamily="18" charset="0"/>
                          <a:ea typeface="MS PGothic" panose="020B0600070205080204" pitchFamily="34" charset="-128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400"/>
                        </a:spcBef>
                        <a:spcAft>
                          <a:spcPts val="200"/>
                        </a:spcAft>
                        <a:buClr>
                          <a:srgbClr val="9E3611"/>
                        </a:buClr>
                        <a:buSzPct val="85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Rockwell" panose="02060603020205020403" pitchFamily="18" charset="0"/>
                          <a:ea typeface="MS PGothic" panose="020B0600070205080204" pitchFamily="34" charset="-128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400"/>
                        </a:spcBef>
                        <a:spcAft>
                          <a:spcPts val="200"/>
                        </a:spcAft>
                        <a:buClr>
                          <a:srgbClr val="9E3611"/>
                        </a:buClr>
                        <a:buSzPct val="85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Rockwell" panose="02060603020205020403" pitchFamily="18" charset="0"/>
                          <a:ea typeface="MS PGothic" panose="020B0600070205080204" pitchFamily="34" charset="-128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400"/>
                        </a:spcBef>
                        <a:spcAft>
                          <a:spcPts val="200"/>
                        </a:spcAft>
                        <a:buClr>
                          <a:srgbClr val="9E3611"/>
                        </a:buClr>
                        <a:buSzPct val="85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Rockwell" panose="02060603020205020403" pitchFamily="18" charset="0"/>
                          <a:ea typeface="MS PGothic" panose="020B0600070205080204" pitchFamily="34" charset="-128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400"/>
                        </a:spcBef>
                        <a:spcAft>
                          <a:spcPts val="200"/>
                        </a:spcAft>
                        <a:buClr>
                          <a:srgbClr val="9E3611"/>
                        </a:buClr>
                        <a:buSzPct val="85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Rockwell" panose="02060603020205020403" pitchFamily="18" charset="0"/>
                          <a:ea typeface="MS PGothic" panose="020B0600070205080204" pitchFamily="34" charset="-128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400"/>
                        </a:spcBef>
                        <a:spcAft>
                          <a:spcPts val="200"/>
                        </a:spcAft>
                        <a:buClr>
                          <a:srgbClr val="9E3611"/>
                        </a:buClr>
                        <a:buSzPct val="85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Rockwell" panose="02060603020205020403" pitchFamily="18" charset="0"/>
                          <a:ea typeface="MS PGothic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MX" altLang="es-CO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Rockwell" panose="02060603020205020403" pitchFamily="18" charset="0"/>
                          <a:ea typeface="MS PGothic" panose="020B0600070205080204" pitchFamily="34" charset="-128"/>
                        </a:rPr>
                        <a:t>Paso  3</a:t>
                      </a:r>
                      <a:endParaRPr kumimoji="0" lang="es-CO" altLang="es-CO" sz="18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Rockwell" panose="02060603020205020403" pitchFamily="18" charset="0"/>
                        <a:ea typeface="MS PGothic" panose="020B0600070205080204" pitchFamily="34" charset="-128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s-CO" altLang="es-CO" sz="18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Rockwell" panose="02060603020205020403" pitchFamily="18" charset="0"/>
                        <a:ea typeface="MS PGothic" panose="020B0600070205080204" pitchFamily="34" charset="-128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s-CO" altLang="es-CO" sz="18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Rockwell" panose="02060603020205020403" pitchFamily="18" charset="0"/>
                        <a:ea typeface="MS PGothic" panose="020B0600070205080204" pitchFamily="34" charset="-128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s-CO" altLang="es-CO" sz="18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Rockwell" panose="02060603020205020403" pitchFamily="18" charset="0"/>
                        <a:ea typeface="MS PGothic" panose="020B0600070205080204" pitchFamily="34" charset="-128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CO" altLang="es-CO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Rockwell" panose="02060603020205020403" pitchFamily="18" charset="0"/>
                          <a:ea typeface="MS PGothic" panose="020B0600070205080204" pitchFamily="34" charset="-128"/>
                        </a:rPr>
                        <a:t>Conocer ofertas, prototipos y diseño del algoritmo a usar y su interfaz gráfica</a:t>
                      </a:r>
                    </a:p>
                  </a:txBody>
                  <a:tcPr marL="91434" marR="91434" marT="45705" marB="4570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1CBF9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1200"/>
                        </a:spcBef>
                        <a:buClr>
                          <a:srgbClr val="9E361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Rockwell" panose="02060603020205020403" pitchFamily="18" charset="0"/>
                          <a:ea typeface="MS PGothic" panose="020B0600070205080204" pitchFamily="34" charset="-128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400"/>
                        </a:spcBef>
                        <a:spcAft>
                          <a:spcPts val="200"/>
                        </a:spcAft>
                        <a:buClr>
                          <a:srgbClr val="9E3611"/>
                        </a:buClr>
                        <a:buSzPct val="85000"/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Rockwell" panose="02060603020205020403" pitchFamily="18" charset="0"/>
                          <a:ea typeface="MS PGothic" panose="020B0600070205080204" pitchFamily="34" charset="-128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400"/>
                        </a:spcBef>
                        <a:spcAft>
                          <a:spcPts val="200"/>
                        </a:spcAft>
                        <a:buClr>
                          <a:srgbClr val="9E3611"/>
                        </a:buClr>
                        <a:buSzPct val="85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Rockwell" panose="02060603020205020403" pitchFamily="18" charset="0"/>
                          <a:ea typeface="MS PGothic" panose="020B0600070205080204" pitchFamily="34" charset="-128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400"/>
                        </a:spcBef>
                        <a:spcAft>
                          <a:spcPts val="200"/>
                        </a:spcAft>
                        <a:buClr>
                          <a:srgbClr val="9E3611"/>
                        </a:buClr>
                        <a:buSzPct val="85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Rockwell" panose="02060603020205020403" pitchFamily="18" charset="0"/>
                          <a:ea typeface="MS PGothic" panose="020B0600070205080204" pitchFamily="34" charset="-128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400"/>
                        </a:spcBef>
                        <a:spcAft>
                          <a:spcPts val="200"/>
                        </a:spcAft>
                        <a:buClr>
                          <a:srgbClr val="9E3611"/>
                        </a:buClr>
                        <a:buSzPct val="85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Rockwell" panose="02060603020205020403" pitchFamily="18" charset="0"/>
                          <a:ea typeface="MS PGothic" panose="020B0600070205080204" pitchFamily="34" charset="-128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400"/>
                        </a:spcBef>
                        <a:spcAft>
                          <a:spcPts val="200"/>
                        </a:spcAft>
                        <a:buClr>
                          <a:srgbClr val="9E3611"/>
                        </a:buClr>
                        <a:buSzPct val="85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Rockwell" panose="02060603020205020403" pitchFamily="18" charset="0"/>
                          <a:ea typeface="MS PGothic" panose="020B0600070205080204" pitchFamily="34" charset="-128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400"/>
                        </a:spcBef>
                        <a:spcAft>
                          <a:spcPts val="200"/>
                        </a:spcAft>
                        <a:buClr>
                          <a:srgbClr val="9E3611"/>
                        </a:buClr>
                        <a:buSzPct val="85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Rockwell" panose="02060603020205020403" pitchFamily="18" charset="0"/>
                          <a:ea typeface="MS PGothic" panose="020B0600070205080204" pitchFamily="34" charset="-128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400"/>
                        </a:spcBef>
                        <a:spcAft>
                          <a:spcPts val="200"/>
                        </a:spcAft>
                        <a:buClr>
                          <a:srgbClr val="9E3611"/>
                        </a:buClr>
                        <a:buSzPct val="85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Rockwell" panose="02060603020205020403" pitchFamily="18" charset="0"/>
                          <a:ea typeface="MS PGothic" panose="020B0600070205080204" pitchFamily="34" charset="-128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400"/>
                        </a:spcBef>
                        <a:spcAft>
                          <a:spcPts val="200"/>
                        </a:spcAft>
                        <a:buClr>
                          <a:srgbClr val="9E3611"/>
                        </a:buClr>
                        <a:buSzPct val="85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Rockwell" panose="02060603020205020403" pitchFamily="18" charset="0"/>
                          <a:ea typeface="MS PGothic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MX" altLang="es-CO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Rockwell" panose="02060603020205020403" pitchFamily="18" charset="0"/>
                          <a:ea typeface="MS PGothic" panose="020B0600070205080204" pitchFamily="34" charset="-128"/>
                        </a:rPr>
                        <a:t>Paso  4</a:t>
                      </a:r>
                      <a:endParaRPr kumimoji="0" lang="es-CO" altLang="es-CO" sz="18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Rockwell" panose="02060603020205020403" pitchFamily="18" charset="0"/>
                        <a:ea typeface="MS PGothic" panose="020B0600070205080204" pitchFamily="34" charset="-128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s-CO" altLang="es-CO" sz="18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Rockwell" panose="02060603020205020403" pitchFamily="18" charset="0"/>
                        <a:ea typeface="MS PGothic" panose="020B0600070205080204" pitchFamily="34" charset="-128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s-CO" altLang="es-CO" sz="18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Rockwell" panose="02060603020205020403" pitchFamily="18" charset="0"/>
                        <a:ea typeface="MS PGothic" panose="020B0600070205080204" pitchFamily="34" charset="-128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s-CO" altLang="es-CO" sz="18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Rockwell" panose="02060603020205020403" pitchFamily="18" charset="0"/>
                        <a:ea typeface="MS PGothic" panose="020B0600070205080204" pitchFamily="34" charset="-128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CO" altLang="es-CO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Rockwell" panose="02060603020205020403" pitchFamily="18" charset="0"/>
                          <a:ea typeface="MS PGothic" panose="020B0600070205080204" pitchFamily="34" charset="-128"/>
                        </a:rPr>
                        <a:t>Implementar el algoritmo para ponerlo a prueba con un público crítico que no sepa las intenciones del algoritmo</a:t>
                      </a:r>
                    </a:p>
                  </a:txBody>
                  <a:tcPr marL="91434" marR="91434" marT="45705" marB="4570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1CBF9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1200"/>
                        </a:spcBef>
                        <a:buClr>
                          <a:srgbClr val="9E3611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Rockwell" panose="02060603020205020403" pitchFamily="18" charset="0"/>
                          <a:ea typeface="MS PGothic" panose="020B0600070205080204" pitchFamily="34" charset="-128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400"/>
                        </a:spcBef>
                        <a:spcAft>
                          <a:spcPts val="200"/>
                        </a:spcAft>
                        <a:buClr>
                          <a:srgbClr val="9E3611"/>
                        </a:buClr>
                        <a:buSzPct val="85000"/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Rockwell" panose="02060603020205020403" pitchFamily="18" charset="0"/>
                          <a:ea typeface="MS PGothic" panose="020B0600070205080204" pitchFamily="34" charset="-128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400"/>
                        </a:spcBef>
                        <a:spcAft>
                          <a:spcPts val="200"/>
                        </a:spcAft>
                        <a:buClr>
                          <a:srgbClr val="9E3611"/>
                        </a:buClr>
                        <a:buSzPct val="85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Rockwell" panose="02060603020205020403" pitchFamily="18" charset="0"/>
                          <a:ea typeface="MS PGothic" panose="020B0600070205080204" pitchFamily="34" charset="-128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400"/>
                        </a:spcBef>
                        <a:spcAft>
                          <a:spcPts val="200"/>
                        </a:spcAft>
                        <a:buClr>
                          <a:srgbClr val="9E3611"/>
                        </a:buClr>
                        <a:buSzPct val="85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Rockwell" panose="02060603020205020403" pitchFamily="18" charset="0"/>
                          <a:ea typeface="MS PGothic" panose="020B0600070205080204" pitchFamily="34" charset="-128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400"/>
                        </a:spcBef>
                        <a:spcAft>
                          <a:spcPts val="200"/>
                        </a:spcAft>
                        <a:buClr>
                          <a:srgbClr val="9E3611"/>
                        </a:buClr>
                        <a:buSzPct val="85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Rockwell" panose="02060603020205020403" pitchFamily="18" charset="0"/>
                          <a:ea typeface="MS PGothic" panose="020B0600070205080204" pitchFamily="34" charset="-128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400"/>
                        </a:spcBef>
                        <a:spcAft>
                          <a:spcPts val="200"/>
                        </a:spcAft>
                        <a:buClr>
                          <a:srgbClr val="9E3611"/>
                        </a:buClr>
                        <a:buSzPct val="85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Rockwell" panose="02060603020205020403" pitchFamily="18" charset="0"/>
                          <a:ea typeface="MS PGothic" panose="020B0600070205080204" pitchFamily="34" charset="-128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400"/>
                        </a:spcBef>
                        <a:spcAft>
                          <a:spcPts val="200"/>
                        </a:spcAft>
                        <a:buClr>
                          <a:srgbClr val="9E3611"/>
                        </a:buClr>
                        <a:buSzPct val="85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Rockwell" panose="02060603020205020403" pitchFamily="18" charset="0"/>
                          <a:ea typeface="MS PGothic" panose="020B0600070205080204" pitchFamily="34" charset="-128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400"/>
                        </a:spcBef>
                        <a:spcAft>
                          <a:spcPts val="200"/>
                        </a:spcAft>
                        <a:buClr>
                          <a:srgbClr val="9E3611"/>
                        </a:buClr>
                        <a:buSzPct val="85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Rockwell" panose="02060603020205020403" pitchFamily="18" charset="0"/>
                          <a:ea typeface="MS PGothic" panose="020B0600070205080204" pitchFamily="34" charset="-128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400"/>
                        </a:spcBef>
                        <a:spcAft>
                          <a:spcPts val="200"/>
                        </a:spcAft>
                        <a:buClr>
                          <a:srgbClr val="9E3611"/>
                        </a:buClr>
                        <a:buSzPct val="85000"/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Rockwell" panose="02060603020205020403" pitchFamily="18" charset="0"/>
                          <a:ea typeface="MS PGothic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MX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Rockwell" panose="02060603020205020403" pitchFamily="18" charset="0"/>
                          <a:ea typeface="MS PGothic" panose="020B0600070205080204" pitchFamily="34" charset="-128"/>
                        </a:rPr>
                        <a:t>“</a:t>
                      </a:r>
                      <a:r>
                        <a:rPr kumimoji="0" lang="es-MX" altLang="es-CO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Rockwell" panose="02060603020205020403" pitchFamily="18" charset="0"/>
                          <a:ea typeface="MS PGothic" panose="020B0600070205080204" pitchFamily="34" charset="-128"/>
                        </a:rPr>
                        <a:t>Cura  </a:t>
                      </a:r>
                      <a:r>
                        <a:rPr kumimoji="0" lang="es-MX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Rockwell" panose="02060603020205020403" pitchFamily="18" charset="0"/>
                          <a:ea typeface="MS PGothic" panose="020B0600070205080204" pitchFamily="34" charset="-128"/>
                        </a:rPr>
                        <a:t>”</a:t>
                      </a:r>
                      <a:endParaRPr kumimoji="0" lang="es-CO" altLang="ja-JP" sz="18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Rockwell" panose="02060603020205020403" pitchFamily="18" charset="0"/>
                        <a:ea typeface="MS PGothic" panose="020B0600070205080204" pitchFamily="34" charset="-128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s-CO" altLang="es-CO" sz="18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Rockwell" panose="02060603020205020403" pitchFamily="18" charset="0"/>
                        <a:ea typeface="MS PGothic" panose="020B0600070205080204" pitchFamily="34" charset="-128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s-CO" altLang="es-CO" sz="18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Rockwell" panose="02060603020205020403" pitchFamily="18" charset="0"/>
                        <a:ea typeface="MS PGothic" panose="020B0600070205080204" pitchFamily="34" charset="-128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s-CO" altLang="es-CO" sz="18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Rockwell" panose="02060603020205020403" pitchFamily="18" charset="0"/>
                        <a:ea typeface="MS PGothic" panose="020B0600070205080204" pitchFamily="34" charset="-128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CO" altLang="es-CO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Rockwell" panose="02060603020205020403" pitchFamily="18" charset="0"/>
                          <a:ea typeface="MS PGothic" panose="020B0600070205080204" pitchFamily="34" charset="-128"/>
                        </a:rPr>
                        <a:t>Adecuar el algoritmo y la interfaz gráfica para mejorar la experiencia de los usuarios, elevando la popularidad de </a:t>
                      </a:r>
                      <a:r>
                        <a:rPr kumimoji="0" lang="es-CO" altLang="es-CO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Rockwell" panose="02060603020205020403" pitchFamily="18" charset="0"/>
                          <a:ea typeface="MS PGothic" panose="020B0600070205080204" pitchFamily="34" charset="-128"/>
                        </a:rPr>
                        <a:t>la empresa</a:t>
                      </a:r>
                      <a:endParaRPr kumimoji="0" lang="es-CO" altLang="es-CO" sz="18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Rockwell" panose="02060603020205020403" pitchFamily="18" charset="0"/>
                        <a:ea typeface="MS PGothic" panose="020B0600070205080204" pitchFamily="34" charset="-128"/>
                      </a:endParaRPr>
                    </a:p>
                  </a:txBody>
                  <a:tcPr marL="91434" marR="91434" marT="45705" marB="4570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1CB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28947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32124260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28670C1D99B33E46AA98FD1AACCFE398" ma:contentTypeVersion="6" ma:contentTypeDescription="Crear nuevo documento." ma:contentTypeScope="" ma:versionID="53d0511e65786cc808c1946be6dca728">
  <xsd:schema xmlns:xsd="http://www.w3.org/2001/XMLSchema" xmlns:xs="http://www.w3.org/2001/XMLSchema" xmlns:p="http://schemas.microsoft.com/office/2006/metadata/properties" xmlns:ns2="41e0321d-ac7a-4e1b-bd9d-55d38ca8eab1" xmlns:ns3="1da8160c-1506-48c7-bb7c-d73999192038" targetNamespace="http://schemas.microsoft.com/office/2006/metadata/properties" ma:root="true" ma:fieldsID="7c5a2aa384df868c56abb8561ceb9408" ns2:_="" ns3:_="">
    <xsd:import namespace="41e0321d-ac7a-4e1b-bd9d-55d38ca8eab1"/>
    <xsd:import namespace="1da8160c-1506-48c7-bb7c-d73999192038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MediaServiceDateTaken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1e0321d-ac7a-4e1b-bd9d-55d38ca8eab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3" nillable="true" ma:displayName="Length (seconds)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da8160c-1506-48c7-bb7c-d73999192038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Compartido con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Detalles de uso compartido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DC97CA83-3936-4A94-AEC0-2290CC826DA2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EBC21EB4-F8FD-4D90-8961-A49F5ECE7A7C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EAB9A4D9-6819-4F8B-9480-64F78768B2F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41e0321d-ac7a-4e1b-bd9d-55d38ca8eab1"/>
    <ds:schemaRef ds:uri="1da8160c-1506-48c7-bb7c-d73999192038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362</Words>
  <Application>Microsoft Office PowerPoint</Application>
  <PresentationFormat>Panorámica</PresentationFormat>
  <Paragraphs>63</Paragraphs>
  <Slides>8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8</vt:i4>
      </vt:variant>
    </vt:vector>
  </HeadingPairs>
  <TitlesOfParts>
    <vt:vector size="13" baseType="lpstr">
      <vt:lpstr>Arial</vt:lpstr>
      <vt:lpstr>Calibri</vt:lpstr>
      <vt:lpstr>Calibri Light</vt:lpstr>
      <vt:lpstr>Rockwell</vt:lpstr>
      <vt:lpstr>Tema de Office</vt:lpstr>
      <vt:lpstr>Presentación de PowerPoint</vt:lpstr>
      <vt:lpstr>Presentación de PowerPoint</vt:lpstr>
      <vt:lpstr>MAPA DE EMPATIA</vt:lpstr>
      <vt:lpstr>Presentación de PowerPoint</vt:lpstr>
      <vt:lpstr>DOLORES E IDEAS</vt:lpstr>
      <vt:lpstr>Presentación de PowerPoint</vt:lpstr>
      <vt:lpstr>PROTOTIPO / STORY BOARD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MAPA DE EMPATIA</dc:title>
  <dc:creator>Santiago Fajardo Tellez</dc:creator>
  <cp:lastModifiedBy>Mariana Velez Rivera</cp:lastModifiedBy>
  <cp:revision>3</cp:revision>
  <dcterms:created xsi:type="dcterms:W3CDTF">2021-05-29T22:22:21Z</dcterms:created>
  <dcterms:modified xsi:type="dcterms:W3CDTF">2025-12-04T19:21:37Z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0x01010028670C1D99B33E46AA98FD1AACCFE398</vt:lpwstr>
  </property>
</Properties>
</file>